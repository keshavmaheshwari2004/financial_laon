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906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020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89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71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40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4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31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97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40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30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637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240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973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918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025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032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131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641FFC-423C-4B14-BC1B-0167E237566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B4A8630-E631-42CF-9AE6-83A6AB071E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2021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6CD3A-2BF9-1631-E735-907C9C2DA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Financial Loan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A7436-EC9D-8EDF-EE85-1E88C7E7ED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                                                                              </a:t>
            </a:r>
            <a:r>
              <a:rPr lang="en-US" b="1" dirty="0"/>
              <a:t>  Using Excel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5844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D80A19-E591-C147-8ECC-B6F1D354F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1219200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1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FA4621-1174-B493-4CEA-0B9B71BB5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1219200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10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8817D1-C78B-29B4-78DA-545814E88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1219200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1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D26077-61B2-227C-CC56-A2FD26DED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1219200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848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26</TotalTime>
  <Words>5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Celestial</vt:lpstr>
      <vt:lpstr>Financial Loan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Keshav Maheshwari</dc:creator>
  <cp:lastModifiedBy>Keshav Maheshwari</cp:lastModifiedBy>
  <cp:revision>1</cp:revision>
  <dcterms:created xsi:type="dcterms:W3CDTF">2025-11-01T15:32:59Z</dcterms:created>
  <dcterms:modified xsi:type="dcterms:W3CDTF">2025-11-01T15:59:52Z</dcterms:modified>
</cp:coreProperties>
</file>